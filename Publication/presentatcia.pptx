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notesMasterIdLst>
    <p:notesMasterId r:id="rId8"/>
  </p:notesMasterIdLst>
  <p:sldIdLst>
    <p:sldId id="256" r:id="rId2"/>
    <p:sldId id="257" r:id="rId3"/>
    <p:sldId id="260" r:id="rId4"/>
    <p:sldId id="258" r:id="rId5"/>
    <p:sldId id="265" r:id="rId6"/>
    <p:sldId id="277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8966" autoAdjust="0"/>
  </p:normalViewPr>
  <p:slideViewPr>
    <p:cSldViewPr snapToGrid="0" snapToObjects="1">
      <p:cViewPr>
        <p:scale>
          <a:sx n="150" d="100"/>
          <a:sy n="150" d="100"/>
        </p:scale>
        <p:origin x="-504" y="-15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123405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Скругленный прямоугольник 12"/>
          <p:cNvSpPr/>
          <p:nvPr/>
        </p:nvSpPr>
        <p:spPr>
          <a:xfrm>
            <a:off x="65313" y="52317"/>
            <a:ext cx="9013372" cy="501915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95400" y="2400300"/>
            <a:ext cx="6400800" cy="120015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BA4E-CD72-497B-97AA-7213B3980F60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D2E57653-3E58-4892-A7ED-712530ACC680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Прямоугольник 6"/>
          <p:cNvSpPr/>
          <p:nvPr/>
        </p:nvSpPr>
        <p:spPr>
          <a:xfrm>
            <a:off x="62932" y="1086978"/>
            <a:ext cx="9021537" cy="114551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62932" y="1047540"/>
            <a:ext cx="9021537" cy="90435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62932" y="2232487"/>
            <a:ext cx="9021537" cy="82899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57200" y="1129448"/>
            <a:ext cx="8229600" cy="1102519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BA4E-CD72-497B-97AA-7213B3980F60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914400" y="1085850"/>
            <a:ext cx="7772400" cy="34290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Скругленный прямоугольник 9"/>
          <p:cNvSpPr/>
          <p:nvPr/>
        </p:nvSpPr>
        <p:spPr>
          <a:xfrm>
            <a:off x="65313" y="52317"/>
            <a:ext cx="9013372" cy="501915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714376"/>
            <a:ext cx="7772400" cy="1021556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1910953"/>
            <a:ext cx="7772400" cy="1003697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BA4E-CD72-497B-97AA-7213B3980F60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00100" y="4629150"/>
            <a:ext cx="4000500" cy="342900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7" name="Прямоугольник 6"/>
          <p:cNvSpPr/>
          <p:nvPr/>
        </p:nvSpPr>
        <p:spPr>
          <a:xfrm flipV="1">
            <a:off x="69413" y="1782623"/>
            <a:ext cx="9013515" cy="6858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69147" y="1756107"/>
            <a:ext cx="9013781" cy="3428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рямоугольник 8"/>
          <p:cNvSpPr/>
          <p:nvPr/>
        </p:nvSpPr>
        <p:spPr>
          <a:xfrm>
            <a:off x="68307" y="1851660"/>
            <a:ext cx="9014621" cy="3429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46304" y="4656582"/>
            <a:ext cx="457200" cy="342900"/>
          </a:xfrm>
        </p:spPr>
        <p:txBody>
          <a:bodyPr/>
          <a:lstStyle/>
          <a:p>
            <a:fld id="{D2E57653-3E58-4892-A7ED-712530ACC68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BA4E-CD72-497B-97AA-7213B3980F60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914400" y="1085850"/>
            <a:ext cx="3749040" cy="34290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933950" y="1085850"/>
            <a:ext cx="3749040" cy="34290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04788"/>
            <a:ext cx="7772400" cy="85725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14400" y="1085850"/>
            <a:ext cx="3733800" cy="5715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953000" y="1085850"/>
            <a:ext cx="3733800" cy="5715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BA4E-CD72-497B-97AA-7213B3980F60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half" idx="2"/>
          </p:nvPr>
        </p:nvSpPr>
        <p:spPr>
          <a:xfrm>
            <a:off x="914400" y="1685925"/>
            <a:ext cx="3733800" cy="291465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half" idx="4"/>
          </p:nvPr>
        </p:nvSpPr>
        <p:spPr>
          <a:xfrm>
            <a:off x="4953000" y="1685925"/>
            <a:ext cx="3733800" cy="291465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BA4E-CD72-497B-97AA-7213B3980F60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BA4E-CD72-497B-97AA-7213B3980F60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Скругленный прямоугольник 8"/>
          <p:cNvSpPr/>
          <p:nvPr/>
        </p:nvSpPr>
        <p:spPr>
          <a:xfrm>
            <a:off x="64008" y="52316"/>
            <a:ext cx="9013372" cy="5020056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04788"/>
            <a:ext cx="7772400" cy="85725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914400" y="1200150"/>
            <a:ext cx="1905000" cy="337185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BA4E-CD72-497B-97AA-7213B3980F60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1"/>
          </p:nvPr>
        </p:nvSpPr>
        <p:spPr>
          <a:xfrm>
            <a:off x="2971800" y="1200150"/>
            <a:ext cx="5715000" cy="337185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3675413"/>
            <a:ext cx="7315200" cy="391716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914400" y="4084369"/>
            <a:ext cx="7315200" cy="51435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BA4E-CD72-497B-97AA-7213B3980F60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914400" y="4629150"/>
            <a:ext cx="3886200" cy="342900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46304" y="4656582"/>
            <a:ext cx="457200" cy="342900"/>
          </a:xfrm>
        </p:spPr>
        <p:txBody>
          <a:bodyPr/>
          <a:lstStyle/>
          <a:p>
            <a:fld id="{D2E57653-3E58-4892-A7ED-712530ACC680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 flipV="1">
            <a:off x="68307" y="3512666"/>
            <a:ext cx="9006840" cy="6858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68509" y="3487856"/>
            <a:ext cx="9006639" cy="3428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оугольник 12"/>
          <p:cNvSpPr/>
          <p:nvPr/>
        </p:nvSpPr>
        <p:spPr>
          <a:xfrm>
            <a:off x="68511" y="3579919"/>
            <a:ext cx="9006637" cy="3660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68309" y="50007"/>
            <a:ext cx="9001873" cy="3436144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BA4E-CD72-497B-97AA-7213B3980F60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81"/>
            <a:ext cx="2011680" cy="4388644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914400" y="205980"/>
            <a:ext cx="5562600" cy="4388644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BA4E-CD72-497B-97AA-7213B3980F60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57653-3E58-4892-A7ED-712530ACC68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Скругленный прямоугольник 7"/>
          <p:cNvSpPr/>
          <p:nvPr/>
        </p:nvSpPr>
        <p:spPr>
          <a:xfrm>
            <a:off x="64008" y="52316"/>
            <a:ext cx="9013372" cy="5020056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914400" y="205979"/>
            <a:ext cx="7772400" cy="85725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172200" y="4643437"/>
            <a:ext cx="2476500" cy="357188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41ABA4E-CD72-497B-97AA-7213B3980F60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914400" y="4629150"/>
            <a:ext cx="3962400" cy="3429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kumimoji="0" lang="en-US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146304" y="4657725"/>
            <a:ext cx="457200" cy="3429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D2E57653-3E58-4892-A7ED-712530ACC68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049706" y="1538288"/>
            <a:ext cx="36406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 smtClean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S-</a:t>
            </a:r>
            <a:r>
              <a:rPr lang="en-US" sz="4500" b="1" dirty="0" err="1" smtClean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ShoeStore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2795737" y="2376488"/>
            <a:ext cx="35523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buNone/>
            </a:pP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32445" y="3048002"/>
            <a:ext cx="74789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15"/>
              </a:lnSpc>
              <a:buNone/>
            </a:pPr>
            <a:r>
              <a:rPr lang="en-US" sz="135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Современное</a:t>
            </a: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мобильное</a:t>
            </a: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</a:t>
            </a: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электронной</a:t>
            </a: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коммерции</a:t>
            </a: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</a:t>
            </a: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Kotlin &amp; Jetpack Compose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044089" y="3452813"/>
            <a:ext cx="30556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ru-RU" sz="1050" dirty="0" smtClean="0"/>
              <a:t>Сливин Кирилл</a:t>
            </a:r>
            <a:endParaRPr lang="en-US" sz="1050" dirty="0"/>
          </a:p>
        </p:txBody>
      </p:sp>
      <p:pic>
        <p:nvPicPr>
          <p:cNvPr id="5126" name="Picture 6" descr="D:\slivin\examen\Publication\ic_launcher_foreground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90360" y="1306195"/>
            <a:ext cx="1160780" cy="11607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1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</a:t>
            </a:r>
            <a:r>
              <a:rPr lang="en-US" sz="2700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Проекте</a:t>
            </a: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b="1" dirty="0" err="1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ShoeStore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2"/>
            <a:ext cx="4464050" cy="303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Мобильное приложение электронной коммерции (Магазин обуви)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Android 13.0 (API 33)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Язык: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Kotlin</a:t>
            </a:r>
            <a:endParaRPr lang="en-US" sz="1350" dirty="0"/>
          </a:p>
        </p:txBody>
      </p:sp>
      <p:pic>
        <p:nvPicPr>
          <p:cNvPr id="1027" name="Picture 3" descr="D:\slivin\examen\app\src\main\res\drawable\onboard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52938" y="1020962"/>
            <a:ext cx="4638065" cy="37351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09601"/>
            <a:ext cx="7924800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Диаграмма </a:t>
            </a:r>
            <a:r>
              <a:rPr lang="en-US" sz="2700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Вариантов</a:t>
            </a: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700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Использования</a:t>
            </a:r>
            <a:endParaRPr lang="en-US" sz="27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62251" y="1330723"/>
            <a:ext cx="3644002" cy="341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1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Обзор Архитектуры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2"/>
            <a:ext cx="3492500" cy="305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Паттерн: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MVVM (Model-View-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Поток</a:t>
            </a: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данных: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Однонаправленный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(API → Repository → </a:t>
            </a:r>
            <a:r>
              <a:rPr lang="en-US" sz="1350" dirty="0" err="1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</a:t>
            </a:r>
            <a:r>
              <a:rPr lang="en-US" sz="135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UI</a:t>
            </a:r>
            <a:r>
              <a:rPr lang="en-US" sz="135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350" dirty="0">
              <a:solidFill>
                <a:srgbClr val="CBD5E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</a:t>
            </a: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слой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тестируется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независимо</a:t>
            </a:r>
            <a:endParaRPr lang="en-US" sz="1350" dirty="0"/>
          </a:p>
        </p:txBody>
      </p:sp>
      <p:pic>
        <p:nvPicPr>
          <p:cNvPr id="2050" name="Picture 2" descr="C:\Users\android243\Downloads\download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46775" y="1135381"/>
            <a:ext cx="2084388" cy="239490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1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Стек Библиотек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362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Jetpack</a:t>
            </a:r>
            <a:endParaRPr lang="en-US" sz="1140" dirty="0"/>
          </a:p>
        </p:txBody>
      </p:sp>
      <p:sp>
        <p:nvSpPr>
          <p:cNvPr id="4" name="Text 2"/>
          <p:cNvSpPr/>
          <p:nvPr/>
        </p:nvSpPr>
        <p:spPr>
          <a:xfrm>
            <a:off x="609600" y="1411487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Compose 1.6.0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609600" y="1573412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Material 3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609600" y="1735337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Navigation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609600" y="2344342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Сетевые технологии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609600" y="2582467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Retrofit 2.10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609600" y="2744392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OkHttp 4.11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609600" y="2906317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Gson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609600" y="3515321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Асинхронность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609600" y="3753446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Coroutines 1.7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609600" y="3915371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Flow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609600" y="4077296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Kotlin 1.9</a:t>
            </a:r>
            <a:endParaRPr lang="en-US" sz="1140" dirty="0"/>
          </a:p>
        </p:txBody>
      </p:sp>
      <p:pic>
        <p:nvPicPr>
          <p:cNvPr id="3074" name="Picture 2" descr="D:\slivin\examen\app\src\main\res\drawable\onboard2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68140" y="813992"/>
            <a:ext cx="4762500" cy="3860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1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Стек Технологий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Язык: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Kotlin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779984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Фреймворк: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Jetpack Compose + Material Design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287786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MVVM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373511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753122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Навигация: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Jetpack Navigation Compose</a:t>
            </a:r>
            <a:endParaRPr lang="en-US" sz="1200" dirty="0"/>
          </a:p>
        </p:txBody>
      </p:sp>
      <p:pic>
        <p:nvPicPr>
          <p:cNvPr id="4098" name="Picture 2" descr="D:\slivin\examen\app\src\main\res\drawable\onboard3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92308" y="1308100"/>
            <a:ext cx="4762500" cy="3835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праведливость">
  <a:themeElements>
    <a:clrScheme name="Справедливость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Справедливость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Справедливость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44</TotalTime>
  <Words>128</Words>
  <Application>Microsoft Office PowerPoint</Application>
  <PresentationFormat>Экран (16:9)</PresentationFormat>
  <Paragraphs>36</Paragraphs>
  <Slides>6</Slides>
  <Notes>6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Справедливость</vt:lpstr>
      <vt:lpstr>Слайд 1</vt:lpstr>
      <vt:lpstr>Слайд 2</vt:lpstr>
      <vt:lpstr>Слайд 3</vt:lpstr>
      <vt:lpstr>Слайд 4</vt:lpstr>
      <vt:lpstr>Слайд 5</vt:lpstr>
      <vt:lpstr>Слайд 6</vt:lpstr>
    </vt:vector>
  </TitlesOfParts>
  <Company>Perplexity AI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android243</cp:lastModifiedBy>
  <cp:revision>7</cp:revision>
  <dcterms:created xsi:type="dcterms:W3CDTF">2025-12-19T20:15:46Z</dcterms:created>
  <dcterms:modified xsi:type="dcterms:W3CDTF">2026-03-06T09:49:07Z</dcterms:modified>
</cp:coreProperties>
</file>