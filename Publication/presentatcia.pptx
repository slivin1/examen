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6.xml" ContentType="application/vnd.openxmlformats-officedocument.presentationml.notes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2" r:id="rId1"/>
  </p:sldMasterIdLst>
  <p:notesMasterIdLst>
    <p:notesMasterId r:id="rId8"/>
  </p:notesMasterIdLst>
  <p:sldIdLst>
    <p:sldId id="256" r:id="rId2"/>
    <p:sldId id="257" r:id="rId3"/>
    <p:sldId id="260" r:id="rId4"/>
    <p:sldId id="258" r:id="rId5"/>
    <p:sldId id="265" r:id="rId6"/>
    <p:sldId id="277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8966" autoAdjust="0"/>
  </p:normalViewPr>
  <p:slideViewPr>
    <p:cSldViewPr snapToGrid="0" snapToObjects="1">
      <p:cViewPr>
        <p:scale>
          <a:sx n="150" d="100"/>
          <a:sy n="150" d="100"/>
        </p:scale>
        <p:origin x="-504" y="-15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1234050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13" name="Скругленный прямоугольник 12"/>
          <p:cNvSpPr/>
          <p:nvPr/>
        </p:nvSpPr>
        <p:spPr>
          <a:xfrm>
            <a:off x="65313" y="52317"/>
            <a:ext cx="9013372" cy="5019151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1295400" y="2400300"/>
            <a:ext cx="6400800" cy="1200150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28" name="Дата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ABA4E-CD72-497B-97AA-7213B3980F60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17" name="Нижний колонтитул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29" name="Номер слайда 28"/>
          <p:cNvSpPr>
            <a:spLocks noGrp="1"/>
          </p:cNvSpPr>
          <p:nvPr>
            <p:ph type="sldNum" sz="quarter" idx="12"/>
          </p:nvPr>
        </p:nvSpPr>
        <p:spPr/>
        <p:txBody>
          <a:bodyPr lIns="0" tIns="0" rIns="0" bIns="0">
            <a:noAutofit/>
          </a:bodyPr>
          <a:lstStyle>
            <a:lvl1pPr>
              <a:defRPr sz="1400">
                <a:solidFill>
                  <a:srgbClr val="FFFFFF"/>
                </a:solidFill>
              </a:defRPr>
            </a:lvl1pPr>
          </a:lstStyle>
          <a:p>
            <a:fld id="{D2E57653-3E58-4892-A7ED-712530ACC680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Прямоугольник 6"/>
          <p:cNvSpPr/>
          <p:nvPr/>
        </p:nvSpPr>
        <p:spPr>
          <a:xfrm>
            <a:off x="62932" y="1086978"/>
            <a:ext cx="9021537" cy="1145512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Прямоугольник 9"/>
          <p:cNvSpPr/>
          <p:nvPr/>
        </p:nvSpPr>
        <p:spPr>
          <a:xfrm>
            <a:off x="62932" y="1047540"/>
            <a:ext cx="9021537" cy="90435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>
          <a:xfrm>
            <a:off x="62932" y="2232487"/>
            <a:ext cx="9021537" cy="82899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57200" y="1129448"/>
            <a:ext cx="8229600" cy="1102519"/>
          </a:xfrm>
        </p:spPr>
        <p:txBody>
          <a:bodyPr anchor="ctr"/>
          <a:lstStyle>
            <a:lvl1pPr algn="ctr">
              <a:defRPr lang="en-US" dirty="0">
                <a:solidFill>
                  <a:srgbClr val="FFFFFF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ABA4E-CD72-497B-97AA-7213B3980F60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57653-3E58-4892-A7ED-712530ACC680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Содержимое 7"/>
          <p:cNvSpPr>
            <a:spLocks noGrp="1"/>
          </p:cNvSpPr>
          <p:nvPr>
            <p:ph sz="quarter" idx="1"/>
          </p:nvPr>
        </p:nvSpPr>
        <p:spPr>
          <a:xfrm>
            <a:off x="914400" y="1085850"/>
            <a:ext cx="7772400" cy="34290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10" name="Скругленный прямоугольник 9"/>
          <p:cNvSpPr/>
          <p:nvPr/>
        </p:nvSpPr>
        <p:spPr>
          <a:xfrm>
            <a:off x="65313" y="52317"/>
            <a:ext cx="9013372" cy="5019151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3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714376"/>
            <a:ext cx="7772400" cy="1021556"/>
          </a:xfrm>
        </p:spPr>
        <p:txBody>
          <a:bodyPr anchor="b" anchorCtr="0"/>
          <a:lstStyle>
            <a:lvl1pPr algn="l">
              <a:buNone/>
              <a:defRPr sz="4000" b="0" cap="none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1910953"/>
            <a:ext cx="7772400" cy="1003697"/>
          </a:xfrm>
        </p:spPr>
        <p:txBody>
          <a:bodyPr anchor="t" anchorCtr="0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ABA4E-CD72-497B-97AA-7213B3980F60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800100" y="4629150"/>
            <a:ext cx="4000500" cy="342900"/>
          </a:xfrm>
        </p:spPr>
        <p:txBody>
          <a:bodyPr/>
          <a:lstStyle/>
          <a:p>
            <a:endParaRPr kumimoji="0" lang="en-US"/>
          </a:p>
        </p:txBody>
      </p:sp>
      <p:sp>
        <p:nvSpPr>
          <p:cNvPr id="7" name="Прямоугольник 6"/>
          <p:cNvSpPr/>
          <p:nvPr/>
        </p:nvSpPr>
        <p:spPr>
          <a:xfrm flipV="1">
            <a:off x="69413" y="1782623"/>
            <a:ext cx="9013515" cy="6858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Прямоугольник 7"/>
          <p:cNvSpPr/>
          <p:nvPr/>
        </p:nvSpPr>
        <p:spPr>
          <a:xfrm>
            <a:off x="69147" y="1756107"/>
            <a:ext cx="9013781" cy="34289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Прямоугольник 8"/>
          <p:cNvSpPr/>
          <p:nvPr/>
        </p:nvSpPr>
        <p:spPr>
          <a:xfrm>
            <a:off x="68307" y="1851660"/>
            <a:ext cx="9014621" cy="34290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46304" y="4656582"/>
            <a:ext cx="457200" cy="342900"/>
          </a:xfrm>
        </p:spPr>
        <p:txBody>
          <a:bodyPr/>
          <a:lstStyle/>
          <a:p>
            <a:fld id="{D2E57653-3E58-4892-A7ED-712530ACC680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ABA4E-CD72-497B-97AA-7213B3980F60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57653-3E58-4892-A7ED-712530ACC680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Содержимое 8"/>
          <p:cNvSpPr>
            <a:spLocks noGrp="1"/>
          </p:cNvSpPr>
          <p:nvPr>
            <p:ph sz="quarter" idx="1"/>
          </p:nvPr>
        </p:nvSpPr>
        <p:spPr>
          <a:xfrm>
            <a:off x="914400" y="1085850"/>
            <a:ext cx="3749040" cy="34290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11" name="Содержимое 10"/>
          <p:cNvSpPr>
            <a:spLocks noGrp="1"/>
          </p:cNvSpPr>
          <p:nvPr>
            <p:ph sz="quarter" idx="2"/>
          </p:nvPr>
        </p:nvSpPr>
        <p:spPr>
          <a:xfrm>
            <a:off x="4933950" y="1085850"/>
            <a:ext cx="3749040" cy="34290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204788"/>
            <a:ext cx="7772400" cy="857250"/>
          </a:xfrm>
        </p:spPr>
        <p:txBody>
          <a:bodyPr anchor="b" anchorCtr="0"/>
          <a:lstStyle>
            <a:lvl1pPr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14400" y="1085850"/>
            <a:ext cx="3733800" cy="571500"/>
          </a:xfrm>
          <a:noFill/>
          <a:ln w="12700" cap="sq" cmpd="sng" algn="ctr">
            <a:noFill/>
            <a:prstDash val="solid"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953000" y="1085850"/>
            <a:ext cx="3733800" cy="571500"/>
          </a:xfrm>
          <a:noFill/>
          <a:ln w="12700" cap="sq" cmpd="sng" algn="ctr">
            <a:noFill/>
            <a:prstDash val="solid"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ABA4E-CD72-497B-97AA-7213B3980F60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57653-3E58-4892-A7ED-712530ACC680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Содержимое 10"/>
          <p:cNvSpPr>
            <a:spLocks noGrp="1"/>
          </p:cNvSpPr>
          <p:nvPr>
            <p:ph sz="half" idx="2"/>
          </p:nvPr>
        </p:nvSpPr>
        <p:spPr>
          <a:xfrm>
            <a:off x="914400" y="1685925"/>
            <a:ext cx="3733800" cy="291465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13" name="Содержимое 12"/>
          <p:cNvSpPr>
            <a:spLocks noGrp="1"/>
          </p:cNvSpPr>
          <p:nvPr>
            <p:ph sz="half" idx="4"/>
          </p:nvPr>
        </p:nvSpPr>
        <p:spPr>
          <a:xfrm>
            <a:off x="4953000" y="1685925"/>
            <a:ext cx="3733800" cy="291465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ABA4E-CD72-497B-97AA-7213B3980F60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57653-3E58-4892-A7ED-712530ACC680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ABA4E-CD72-497B-97AA-7213B3980F60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57653-3E58-4892-A7ED-712530ACC680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9" name="Скругленный прямоугольник 8"/>
          <p:cNvSpPr/>
          <p:nvPr/>
        </p:nvSpPr>
        <p:spPr>
          <a:xfrm>
            <a:off x="64008" y="52316"/>
            <a:ext cx="9013372" cy="5020056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204788"/>
            <a:ext cx="7772400" cy="857250"/>
          </a:xfrm>
        </p:spPr>
        <p:txBody>
          <a:bodyPr anchor="b" anchorCtr="0"/>
          <a:lstStyle>
            <a:lvl1pPr algn="l">
              <a:buNone/>
              <a:defRPr sz="4000" b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914400" y="1200150"/>
            <a:ext cx="1905000" cy="3371850"/>
          </a:xfrm>
        </p:spPr>
        <p:txBody>
          <a:bodyPr/>
          <a:lstStyle>
            <a:lvl1pPr marL="0" indent="0">
              <a:buNone/>
              <a:defRPr sz="18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ABA4E-CD72-497B-97AA-7213B3980F60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57653-3E58-4892-A7ED-712530ACC680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Содержимое 10"/>
          <p:cNvSpPr>
            <a:spLocks noGrp="1"/>
          </p:cNvSpPr>
          <p:nvPr>
            <p:ph sz="quarter" idx="1"/>
          </p:nvPr>
        </p:nvSpPr>
        <p:spPr>
          <a:xfrm>
            <a:off x="2971800" y="1200150"/>
            <a:ext cx="5715000" cy="337185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3675413"/>
            <a:ext cx="7315200" cy="391716"/>
          </a:xfrm>
        </p:spPr>
        <p:txBody>
          <a:bodyPr anchor="ctr">
            <a:noAutofit/>
          </a:bodyPr>
          <a:lstStyle>
            <a:lvl1pPr algn="l">
              <a:buNone/>
              <a:defRPr sz="2800" b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914400" y="4084369"/>
            <a:ext cx="7315200" cy="514350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ABA4E-CD72-497B-97AA-7213B3980F60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>
          <a:xfrm>
            <a:off x="914400" y="4629150"/>
            <a:ext cx="3886200" cy="342900"/>
          </a:xfrm>
        </p:spPr>
        <p:txBody>
          <a:bodyPr/>
          <a:lstStyle/>
          <a:p>
            <a:endParaRPr kumimoji="0"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146304" y="4656582"/>
            <a:ext cx="457200" cy="342900"/>
          </a:xfrm>
        </p:spPr>
        <p:txBody>
          <a:bodyPr/>
          <a:lstStyle/>
          <a:p>
            <a:fld id="{D2E57653-3E58-4892-A7ED-712530ACC680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>
          <a:xfrm flipV="1">
            <a:off x="68307" y="3512666"/>
            <a:ext cx="9006840" cy="6858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>
          <a:xfrm>
            <a:off x="68509" y="3487856"/>
            <a:ext cx="9006639" cy="34289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Прямоугольник 12"/>
          <p:cNvSpPr/>
          <p:nvPr/>
        </p:nvSpPr>
        <p:spPr>
          <a:xfrm>
            <a:off x="68511" y="3579919"/>
            <a:ext cx="9006637" cy="36605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68309" y="50007"/>
            <a:ext cx="9001873" cy="3436144"/>
          </a:xfrm>
          <a:prstGeom prst="round2SameRect">
            <a:avLst>
              <a:gd name="adj1" fmla="val 7101"/>
              <a:gd name="adj2" fmla="val 0"/>
            </a:avLst>
          </a:prstGeom>
          <a:solidFill>
            <a:schemeClr val="bg2"/>
          </a:solid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ru-RU" smtClean="0"/>
              <a:t>Вставка рисунка</a:t>
            </a:r>
            <a:endParaRPr kumimoji="0" lang="en-US" dirty="0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ABA4E-CD72-497B-97AA-7213B3980F60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57653-3E58-4892-A7ED-712530ACC680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81"/>
            <a:ext cx="2011680" cy="4388644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914400" y="205980"/>
            <a:ext cx="5562600" cy="4388644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ABA4E-CD72-497B-97AA-7213B3980F60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57653-3E58-4892-A7ED-712530ACC680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8" name="Скругленный прямоугольник 7"/>
          <p:cNvSpPr/>
          <p:nvPr/>
        </p:nvSpPr>
        <p:spPr>
          <a:xfrm>
            <a:off x="64008" y="52316"/>
            <a:ext cx="9013372" cy="5020056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914400" y="205979"/>
            <a:ext cx="7772400" cy="857250"/>
          </a:xfrm>
          <a:prstGeom prst="rect">
            <a:avLst/>
          </a:prstGeom>
        </p:spPr>
        <p:txBody>
          <a:bodyPr bIns="91440" anchor="b" anchorCtr="0">
            <a:normAutofit/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914400" y="1085850"/>
            <a:ext cx="7772400" cy="342900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6172200" y="4643437"/>
            <a:ext cx="2476500" cy="357188"/>
          </a:xfrm>
          <a:prstGeom prst="rect">
            <a:avLst/>
          </a:prstGeom>
        </p:spPr>
        <p:txBody>
          <a:bodyPr anchor="ctr" anchorCtr="0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B41ABA4E-CD72-497B-97AA-7213B3980F60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914400" y="4629150"/>
            <a:ext cx="3962400" cy="342900"/>
          </a:xfrm>
          <a:prstGeom prst="rect">
            <a:avLst/>
          </a:prstGeom>
        </p:spPr>
        <p:txBody>
          <a:bodyPr anchor="ctr" anchorCtr="0"/>
          <a:lstStyle>
            <a:lvl1pPr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kumimoji="0" lang="en-US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146304" y="4657725"/>
            <a:ext cx="457200" cy="342900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anchor="ctr" anchorCtr="1">
            <a:noAutofit/>
          </a:bodyPr>
          <a:lstStyle>
            <a:lvl1pPr algn="ctr" eaLnBrk="1" latinLnBrk="0" hangingPunct="1">
              <a:defRPr kumimoji="0" sz="14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fld id="{D2E57653-3E58-4892-A7ED-712530ACC680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</p:sldLayoutIdLst>
  <p:hf sldNum="0" hdr="0" ftr="0" dt="0"/>
  <p:txStyles>
    <p:titleStyle>
      <a:lvl1pPr algn="l" rtl="0" eaLnBrk="1" latinLnBrk="0" hangingPunct="1">
        <a:spcBef>
          <a:spcPct val="0"/>
        </a:spcBef>
        <a:buNone/>
        <a:defRPr kumimoji="0"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580"/>
        </a:spcBef>
        <a:buClr>
          <a:schemeClr val="accent1"/>
        </a:buClr>
        <a:buSzPct val="8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28600" algn="l" rtl="0" eaLnBrk="1" latinLnBrk="0" hangingPunct="1">
        <a:spcBef>
          <a:spcPts val="370"/>
        </a:spcBef>
        <a:buClr>
          <a:schemeClr val="accent2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370"/>
        </a:spcBef>
        <a:buClr>
          <a:schemeClr val="accent1">
            <a:tint val="60000"/>
          </a:schemeClr>
        </a:buClr>
        <a:buSzPct val="8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370"/>
        </a:spcBef>
        <a:buClr>
          <a:schemeClr val="accent3"/>
        </a:buClr>
        <a:buSzPct val="80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70"/>
        </a:spcBef>
        <a:buClr>
          <a:schemeClr val="accent3"/>
        </a:buClr>
        <a:buFontTx/>
        <a:buChar char="o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228600" algn="l" rtl="0" eaLnBrk="1" latinLnBrk="0" hangingPunct="1">
        <a:spcBef>
          <a:spcPts val="370"/>
        </a:spcBef>
        <a:buClr>
          <a:schemeClr val="accent3"/>
        </a:buClr>
        <a:buChar char="•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228600" algn="l" rtl="0" eaLnBrk="1" latinLnBrk="0" hangingPunct="1">
        <a:spcBef>
          <a:spcPts val="370"/>
        </a:spcBef>
        <a:buClr>
          <a:schemeClr val="accent2"/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228600" algn="l" rtl="0" eaLnBrk="1" latinLnBrk="0" hangingPunct="1">
        <a:spcBef>
          <a:spcPts val="370"/>
        </a:spcBef>
        <a:buClr>
          <a:schemeClr val="accent1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228600" algn="l" rtl="0" eaLnBrk="1" latinLnBrk="0" hangingPunct="1">
        <a:spcBef>
          <a:spcPts val="370"/>
        </a:spcBef>
        <a:buClr>
          <a:schemeClr val="accent2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049706" y="1538288"/>
            <a:ext cx="36406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4500" b="1" dirty="0" smtClean="0">
                <a:solidFill>
                  <a:srgbClr val="38BDF8"/>
                </a:solidFill>
                <a:latin typeface="Arial" pitchFamily="34" charset="0"/>
                <a:cs typeface="Arial" pitchFamily="34" charset="-120"/>
              </a:rPr>
              <a:t>S-</a:t>
            </a:r>
            <a:r>
              <a:rPr lang="en-US" sz="4500" b="1" dirty="0" err="1" smtClean="0">
                <a:solidFill>
                  <a:srgbClr val="38BDF8"/>
                </a:solidFill>
                <a:latin typeface="Arial" pitchFamily="34" charset="0"/>
                <a:cs typeface="Arial" pitchFamily="34" charset="-120"/>
              </a:rPr>
              <a:t>ShoeStore</a:t>
            </a:r>
            <a:endParaRPr lang="en-US" sz="4500" dirty="0"/>
          </a:p>
        </p:txBody>
      </p:sp>
      <p:sp>
        <p:nvSpPr>
          <p:cNvPr id="4" name="Text 1"/>
          <p:cNvSpPr/>
          <p:nvPr/>
        </p:nvSpPr>
        <p:spPr>
          <a:xfrm>
            <a:off x="2795737" y="2376488"/>
            <a:ext cx="35523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20"/>
              </a:lnSpc>
              <a:buNone/>
            </a:pP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32445" y="3048002"/>
            <a:ext cx="74789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15"/>
              </a:lnSpc>
              <a:buNone/>
            </a:pPr>
            <a:r>
              <a:rPr lang="en-US" sz="1350" dirty="0" err="1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Современное</a:t>
            </a:r>
            <a:r>
              <a:rPr lang="en-US" sz="13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мобильное</a:t>
            </a:r>
            <a:r>
              <a:rPr lang="en-US" sz="13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r>
              <a:rPr lang="en-US" sz="13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электронной</a:t>
            </a:r>
            <a:r>
              <a:rPr lang="en-US" sz="13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коммерции</a:t>
            </a:r>
            <a:r>
              <a:rPr lang="en-US" sz="13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</a:t>
            </a:r>
            <a:r>
              <a:rPr lang="en-US" sz="13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Kotlin &amp; Jetpack Compose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3044089" y="3452813"/>
            <a:ext cx="305567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ru-RU" sz="1050" dirty="0" smtClean="0"/>
              <a:t>Сливин Кирилл</a:t>
            </a:r>
            <a:endParaRPr lang="en-US" sz="1050" dirty="0"/>
          </a:p>
        </p:txBody>
      </p:sp>
      <p:pic>
        <p:nvPicPr>
          <p:cNvPr id="5126" name="Picture 6" descr="D:\slivin\examen\Publication\ic_launcher_foreground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690360" y="1306195"/>
            <a:ext cx="1160780" cy="116078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1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</a:t>
            </a:r>
            <a:r>
              <a:rPr lang="en-US" sz="2700" b="1" dirty="0" err="1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Проекте</a:t>
            </a: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800" b="1" dirty="0" err="1">
                <a:solidFill>
                  <a:srgbClr val="38BDF8"/>
                </a:solidFill>
                <a:latin typeface="Arial" pitchFamily="34" charset="0"/>
                <a:cs typeface="Arial" pitchFamily="34" charset="-120"/>
              </a:rPr>
              <a:t>ShoeStore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562"/>
            <a:ext cx="4464050" cy="303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Мобильное приложение электронной коммерции (Магазин обуви)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Платформа: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Android 13.0 (API 33)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Kotlin</a:t>
            </a:r>
            <a:endParaRPr lang="en-US" sz="1350" dirty="0"/>
          </a:p>
        </p:txBody>
      </p:sp>
      <p:pic>
        <p:nvPicPr>
          <p:cNvPr id="1027" name="Picture 3" descr="D:\slivin\examen\app\src\main\res\drawable\onboard1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452938" y="1020962"/>
            <a:ext cx="4638065" cy="373518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609601"/>
            <a:ext cx="792480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Диаграмма </a:t>
            </a:r>
            <a:r>
              <a:rPr lang="en-US" sz="2700" b="1" dirty="0" err="1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Вариантов</a:t>
            </a: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700" b="1" dirty="0" err="1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Использования</a:t>
            </a:r>
            <a:endParaRPr lang="en-US" sz="27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762251" y="1330723"/>
            <a:ext cx="3644002" cy="3413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1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Обзор Архитектуры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562"/>
            <a:ext cx="3492500" cy="305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Паттерн: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MVVM (Model-View-</a:t>
            </a:r>
            <a:r>
              <a:rPr lang="en-US" sz="1350" dirty="0" err="1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ViewModel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 err="1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Поток</a:t>
            </a: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данных: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Однонаправленный (UI ← ViewModel ← Repository ← API)</a:t>
            </a: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 err="1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Тестирование</a:t>
            </a: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слой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тестируется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независимо</a:t>
            </a:r>
            <a:endParaRPr lang="en-US" sz="1350" dirty="0"/>
          </a:p>
        </p:txBody>
      </p:sp>
      <p:pic>
        <p:nvPicPr>
          <p:cNvPr id="2050" name="Picture 2" descr="C:\Users\android243\Downloads\download.jp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946775" y="1135381"/>
            <a:ext cx="2084388" cy="239490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1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Стек Библиотек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173362"/>
            <a:ext cx="808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26"/>
              </a:lnSpc>
              <a:buNone/>
            </a:pPr>
            <a:r>
              <a:rPr lang="en-US" sz="114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Jetpack</a:t>
            </a:r>
            <a:endParaRPr lang="en-US" sz="1140" dirty="0"/>
          </a:p>
        </p:txBody>
      </p:sp>
      <p:sp>
        <p:nvSpPr>
          <p:cNvPr id="4" name="Text 2"/>
          <p:cNvSpPr/>
          <p:nvPr/>
        </p:nvSpPr>
        <p:spPr>
          <a:xfrm>
            <a:off x="609600" y="1411487"/>
            <a:ext cx="808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26"/>
              </a:lnSpc>
              <a:buNone/>
            </a:pPr>
            <a:r>
              <a:rPr lang="en-US" sz="114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Compose 1.6.0</a:t>
            </a:r>
            <a:endParaRPr lang="en-US" sz="1140" dirty="0"/>
          </a:p>
        </p:txBody>
      </p:sp>
      <p:sp>
        <p:nvSpPr>
          <p:cNvPr id="5" name="Text 3"/>
          <p:cNvSpPr/>
          <p:nvPr/>
        </p:nvSpPr>
        <p:spPr>
          <a:xfrm>
            <a:off x="609600" y="1573412"/>
            <a:ext cx="808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26"/>
              </a:lnSpc>
              <a:buNone/>
            </a:pPr>
            <a:r>
              <a:rPr lang="en-US" sz="114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Material 3</a:t>
            </a:r>
            <a:endParaRPr lang="en-US" sz="1140" dirty="0"/>
          </a:p>
        </p:txBody>
      </p:sp>
      <p:sp>
        <p:nvSpPr>
          <p:cNvPr id="6" name="Text 4"/>
          <p:cNvSpPr/>
          <p:nvPr/>
        </p:nvSpPr>
        <p:spPr>
          <a:xfrm>
            <a:off x="609600" y="1735337"/>
            <a:ext cx="808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26"/>
              </a:lnSpc>
              <a:buNone/>
            </a:pPr>
            <a:r>
              <a:rPr lang="en-US" sz="114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Navigation</a:t>
            </a:r>
            <a:endParaRPr lang="en-US" sz="1140" dirty="0"/>
          </a:p>
        </p:txBody>
      </p:sp>
      <p:sp>
        <p:nvSpPr>
          <p:cNvPr id="7" name="Text 5"/>
          <p:cNvSpPr/>
          <p:nvPr/>
        </p:nvSpPr>
        <p:spPr>
          <a:xfrm>
            <a:off x="609600" y="2344342"/>
            <a:ext cx="808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26"/>
              </a:lnSpc>
              <a:buNone/>
            </a:pPr>
            <a:r>
              <a:rPr lang="en-US" sz="114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Сетевые технологии</a:t>
            </a:r>
            <a:endParaRPr lang="en-US" sz="1140" dirty="0"/>
          </a:p>
        </p:txBody>
      </p:sp>
      <p:sp>
        <p:nvSpPr>
          <p:cNvPr id="8" name="Text 6"/>
          <p:cNvSpPr/>
          <p:nvPr/>
        </p:nvSpPr>
        <p:spPr>
          <a:xfrm>
            <a:off x="609600" y="2582467"/>
            <a:ext cx="808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26"/>
              </a:lnSpc>
              <a:buNone/>
            </a:pPr>
            <a:r>
              <a:rPr lang="en-US" sz="114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Retrofit 2.10</a:t>
            </a:r>
            <a:endParaRPr lang="en-US" sz="1140" dirty="0"/>
          </a:p>
        </p:txBody>
      </p:sp>
      <p:sp>
        <p:nvSpPr>
          <p:cNvPr id="9" name="Text 7"/>
          <p:cNvSpPr/>
          <p:nvPr/>
        </p:nvSpPr>
        <p:spPr>
          <a:xfrm>
            <a:off x="609600" y="2744392"/>
            <a:ext cx="808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26"/>
              </a:lnSpc>
              <a:buNone/>
            </a:pPr>
            <a:r>
              <a:rPr lang="en-US" sz="114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OkHttp 4.11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609600" y="2906317"/>
            <a:ext cx="808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26"/>
              </a:lnSpc>
              <a:buNone/>
            </a:pPr>
            <a:r>
              <a:rPr lang="en-US" sz="114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Gson</a:t>
            </a:r>
            <a:endParaRPr lang="en-US" sz="1140" dirty="0"/>
          </a:p>
        </p:txBody>
      </p:sp>
      <p:sp>
        <p:nvSpPr>
          <p:cNvPr id="11" name="Text 9"/>
          <p:cNvSpPr/>
          <p:nvPr/>
        </p:nvSpPr>
        <p:spPr>
          <a:xfrm>
            <a:off x="609600" y="3515321"/>
            <a:ext cx="808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26"/>
              </a:lnSpc>
              <a:buNone/>
            </a:pPr>
            <a:r>
              <a:rPr lang="en-US" sz="114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Асинхронность</a:t>
            </a:r>
            <a:endParaRPr lang="en-US" sz="1140" dirty="0"/>
          </a:p>
        </p:txBody>
      </p:sp>
      <p:sp>
        <p:nvSpPr>
          <p:cNvPr id="12" name="Text 10"/>
          <p:cNvSpPr/>
          <p:nvPr/>
        </p:nvSpPr>
        <p:spPr>
          <a:xfrm>
            <a:off x="609600" y="3753446"/>
            <a:ext cx="808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26"/>
              </a:lnSpc>
              <a:buNone/>
            </a:pPr>
            <a:r>
              <a:rPr lang="en-US" sz="114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Coroutines 1.7</a:t>
            </a:r>
            <a:endParaRPr lang="en-US" sz="1140" dirty="0"/>
          </a:p>
        </p:txBody>
      </p:sp>
      <p:sp>
        <p:nvSpPr>
          <p:cNvPr id="13" name="Text 11"/>
          <p:cNvSpPr/>
          <p:nvPr/>
        </p:nvSpPr>
        <p:spPr>
          <a:xfrm>
            <a:off x="609600" y="3915371"/>
            <a:ext cx="808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26"/>
              </a:lnSpc>
              <a:buNone/>
            </a:pPr>
            <a:r>
              <a:rPr lang="en-US" sz="114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Flow</a:t>
            </a:r>
            <a:endParaRPr lang="en-US" sz="1140" dirty="0"/>
          </a:p>
        </p:txBody>
      </p:sp>
      <p:sp>
        <p:nvSpPr>
          <p:cNvPr id="14" name="Text 12"/>
          <p:cNvSpPr/>
          <p:nvPr/>
        </p:nvSpPr>
        <p:spPr>
          <a:xfrm>
            <a:off x="609600" y="4077296"/>
            <a:ext cx="808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26"/>
              </a:lnSpc>
              <a:buNone/>
            </a:pPr>
            <a:r>
              <a:rPr lang="en-US" sz="114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Kotlin 1.9</a:t>
            </a:r>
            <a:endParaRPr lang="en-US" sz="1140" dirty="0"/>
          </a:p>
        </p:txBody>
      </p:sp>
      <p:pic>
        <p:nvPicPr>
          <p:cNvPr id="3074" name="Picture 2" descr="D:\slivin\examen\app\src\main\res\drawable\onboard2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168140" y="813992"/>
            <a:ext cx="4762500" cy="38608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1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Стек Технологий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49561"/>
            <a:ext cx="80832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Язык:</a:t>
            </a: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Kotlin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600" y="1779984"/>
            <a:ext cx="80832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Фреймворк:</a:t>
            </a: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Jetpack Compose + Material Design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" y="2287786"/>
            <a:ext cx="80832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Архитектура:</a:t>
            </a: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MVVM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600" y="2373511"/>
            <a:ext cx="80832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80"/>
              </a:lnSpc>
              <a:buNone/>
            </a:pP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9600" y="2753122"/>
            <a:ext cx="80832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Навигация:</a:t>
            </a: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Jetpack Navigation Compose</a:t>
            </a:r>
            <a:endParaRPr lang="en-US" sz="1200" dirty="0"/>
          </a:p>
        </p:txBody>
      </p:sp>
      <p:pic>
        <p:nvPicPr>
          <p:cNvPr id="4098" name="Picture 2" descr="D:\slivin\examen\app\src\main\res\drawable\onboard3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492308" y="1308100"/>
            <a:ext cx="4762500" cy="3835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праведливость">
  <a:themeElements>
    <a:clrScheme name="Справедливость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Справедливость">
      <a:majorFont>
        <a:latin typeface="Franklin Gothic Book"/>
        <a:ea typeface=""/>
        <a:cs typeface=""/>
        <a:font script="Grek" typeface="Calibri"/>
        <a:font script="Cyrl" typeface="Calibri"/>
        <a:font script="Jpan" typeface="HGｺﾞｼｯｸM"/>
        <a:font script="Hang" typeface="바탕"/>
        <a:font script="Hans" typeface="幼圆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Perpetua"/>
        <a:ea typeface=""/>
        <a:cs typeface=""/>
        <a:font script="Grek" typeface="Cambria"/>
        <a:font script="Cyrl" typeface="Cambria"/>
        <a:font script="Jpan" typeface="HG創英ﾌﾟﾚｾﾞﾝｽEB"/>
        <a:font script="Hang" typeface="맑은 고딕"/>
        <a:font script="Hans" typeface="宋体"/>
        <a:font script="Hant" typeface="新細明體"/>
        <a:font script="Arab" typeface="Times New Roman"/>
        <a:font script="Hebr" typeface="Aharoni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Справедливость">
      <a: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tint val="30000"/>
                <a:satMod val="300000"/>
              </a:schemeClr>
              <a:schemeClr val="phClr">
                <a:tint val="40000"/>
                <a:satMod val="200000"/>
              </a:schemeClr>
            </a:duotone>
          </a:blip>
          <a:tile tx="0" ty="0" sx="70000" sy="70000" flip="none" algn="ctr"/>
        </a:blipFill>
        <a:blipFill>
          <a:blip xmlns:r="http://schemas.openxmlformats.org/officeDocument/2006/relationships" r:embed="rId1">
            <a:duotone>
              <a:schemeClr val="phClr">
                <a:shade val="22000"/>
                <a:satMod val="160000"/>
              </a:schemeClr>
              <a:schemeClr val="phClr">
                <a:shade val="45000"/>
                <a:satMod val="100000"/>
              </a:schemeClr>
            </a:duotone>
          </a:blip>
          <a:tile tx="0" ty="0" sx="65000" sy="65000" flip="none" algn="ctr"/>
        </a:blipFill>
      </a:fillStyleLst>
      <a:lnStyleLst>
        <a:ln w="9525" cap="flat" cmpd="sng" algn="ctr">
          <a:solidFill>
            <a:schemeClr val="phClr">
              <a:shade val="60000"/>
              <a:satMod val="11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50800" dir="5400000" algn="t" rotWithShape="0">
              <a:srgbClr val="000000">
                <a:alpha val="60000"/>
              </a:srgbClr>
            </a:outerShdw>
          </a:effectLst>
          <a:scene3d>
            <a:camera prst="isometricBottomUp" fov="0">
              <a:rot lat="0" lon="0" rev="0"/>
            </a:camera>
            <a:lightRig rig="soft" dir="b">
              <a:rot lat="0" lon="0" rev="9000000"/>
            </a:lightRig>
          </a:scene3d>
          <a:sp3d contourW="35000" prstMaterial="matte">
            <a:bevelT w="45000" h="38100" prst="convex"/>
            <a:contourClr>
              <a:schemeClr val="phClr">
                <a:tint val="1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0000"/>
                <a:satMod val="165000"/>
              </a:schemeClr>
            </a:gs>
            <a:gs pos="50000">
              <a:schemeClr val="phClr">
                <a:shade val="80000"/>
                <a:satMod val="155000"/>
              </a:schemeClr>
            </a:gs>
            <a:gs pos="100000">
              <a:schemeClr val="phClr">
                <a:tint val="95000"/>
                <a:satMod val="20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tint val="95000"/>
                <a:satMod val="200000"/>
              </a:schemeClr>
              <a:schemeClr val="phClr">
                <a:shade val="80000"/>
                <a:satMod val="100000"/>
              </a:schemeClr>
            </a:duotone>
          </a:blip>
          <a:tile tx="0" ty="0" sx="55000" sy="5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Equity</Template>
  <TotalTime>42</TotalTime>
  <Words>128</Words>
  <Application>Microsoft Office PowerPoint</Application>
  <PresentationFormat>Экран (16:9)</PresentationFormat>
  <Paragraphs>36</Paragraphs>
  <Slides>6</Slides>
  <Notes>6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7" baseType="lpstr">
      <vt:lpstr>Справедливость</vt:lpstr>
      <vt:lpstr>Слайд 1</vt:lpstr>
      <vt:lpstr>Слайд 2</vt:lpstr>
      <vt:lpstr>Слайд 3</vt:lpstr>
      <vt:lpstr>Слайд 4</vt:lpstr>
      <vt:lpstr>Слайд 5</vt:lpstr>
      <vt:lpstr>Слайд 6</vt:lpstr>
    </vt:vector>
  </TitlesOfParts>
  <Company>Perplexity AI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android243</cp:lastModifiedBy>
  <cp:revision>5</cp:revision>
  <dcterms:created xsi:type="dcterms:W3CDTF">2025-12-19T20:15:46Z</dcterms:created>
  <dcterms:modified xsi:type="dcterms:W3CDTF">2026-03-06T09:28:36Z</dcterms:modified>
</cp:coreProperties>
</file>